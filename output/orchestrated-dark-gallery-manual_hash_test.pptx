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84048" y="102412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93776" y="113385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4160520" y="86868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70248" y="97840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6473952" y="102412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6583680" y="113385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84048" y="358444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93776" y="369417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4160520" y="347472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70248" y="358444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6473952" y="358444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6583680" y="369417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 hash test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manual hash test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manual hash test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manual hash test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manual hash test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manual hash test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manual hash test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manual hash test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manual hash test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manual hash test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manual hash test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manual hash test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manual hash test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hash test — orchestrated Morph deck</dc:title>
  <dc:subject>PptxGenJS Presentation</dc:subject>
  <dc:creator>Ethics-Core AI</dc:creator>
  <cp:lastModifiedBy>Ethics-Core AI</cp:lastModifiedBy>
  <cp:revision>1</cp:revision>
  <dcterms:created xsi:type="dcterms:W3CDTF">2026-04-21T06:47:56Z</dcterms:created>
  <dcterms:modified xsi:type="dcterms:W3CDTF">2026-04-21T06:47:56Z</dcterms:modified>
</cp:coreProperties>
</file>