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Morph: 이전 슬라이드와 동일한 선택 창 이름(!!FrameXX_bg/txt)으로 전환됩니다. 포커스 섹션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코어 테스트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84048" y="102412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93776" y="113385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오케스트레이터 코어 테스트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오케스트레이터 코어 테스트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4160520" y="86868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70248" y="97840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오케스트레이터 코어 테스트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오케스트레이터 코어 테스트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6473952" y="102412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6583680" y="113385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오케스트레이터 코어 테스트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오케스트레이터 코어 테스트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84048" y="3584448"/>
            <a:ext cx="3703320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93776" y="3694176"/>
            <a:ext cx="34838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오케스트레이터 코어 테스트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오케스트레이터 코어 테스트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4160520" y="3474720"/>
            <a:ext cx="2176272" cy="2542032"/>
          </a:xfrm>
          <a:prstGeom prst="roundRect">
            <a:avLst>
              <a:gd name="adj" fmla="val 3361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70248" y="3584448"/>
            <a:ext cx="1956816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오케스트레이터 코어 테스트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오케스트레이터 코어 테스트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6473952" y="3584448"/>
            <a:ext cx="5321808" cy="2240280"/>
          </a:xfrm>
          <a:prstGeom prst="roundRect">
            <a:avLst>
              <a:gd name="adj" fmla="val 3265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6583680" y="3694176"/>
            <a:ext cx="5102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오케스트레이터 코어 테스트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오케스트레이터 코어 테스트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코어 테스트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오케스트레이터 코어 테스트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오케스트레이터 코어 테스트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오케스트레이터 코어 테스트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오케스트레이터 코어 테스트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오케스트레이터 코어 테스트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오케스트레이터 코어 테스트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오케스트레이터 코어 테스트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오케스트레이터 코어 테스트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오케스트레이터 코어 테스트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오케스트레이터 코어 테스트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오케스트레이터 코어 테스트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오케스트레이터 코어 테스트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코어 테스트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오케스트레이터 코어 테스트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오케스트레이터 코어 테스트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오케스트레이터 코어 테스트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오케스트레이터 코어 테스트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오케스트레이터 코어 테스트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오케스트레이터 코어 테스트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오케스트레이터 코어 테스트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오케스트레이터 코어 테스트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오케스트레이터 코어 테스트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오케스트레이터 코어 테스트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오케스트레이터 코어 테스트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오케스트레이터 코어 테스트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코어 테스트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오케스트레이터 코어 테스트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오케스트레이터 코어 테스트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오케스트레이터 코어 테스트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오케스트레이터 코어 테스트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오케스트레이터 코어 테스트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오케스트레이터 코어 테스트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오케스트레이터 코어 테스트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오케스트레이터 코어 테스트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오케스트레이터 코어 테스트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오케스트레이터 코어 테스트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오케스트레이터 코어 테스트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오케스트레이터 코어 테스트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코어 테스트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오케스트레이터 코어 테스트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오케스트레이터 코어 테스트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오케스트레이터 코어 테스트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오케스트레이터 코어 테스트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오케스트레이터 코어 테스트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오케스트레이터 코어 테스트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오케스트레이터 코어 테스트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오케스트레이터 코어 테스트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오케스트레이터 코어 테스트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오케스트레이터 코어 테스트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오케스트레이터 코어 테스트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오케스트레이터 코어 테스트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코어 테스트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오케스트레이터 코어 테스트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오케스트레이터 코어 테스트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오케스트레이터 코어 테스트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오케스트레이터 코어 테스트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오케스트레이터 코어 테스트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오케스트레이터 코어 테스트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오케스트레이터 코어 테스트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오케스트레이터 코어 테스트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오케스트레이터 코어 테스트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오케스트레이터 코어 테스트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오케스트레이터 코어 테스트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오케스트레이터 코어 테스트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오케스트레이터 코어 테스트 · Orchestrated dark gallery</a:t>
            </a:r>
            <a:endParaRPr lang="en-US" sz="1200" dirty="0"/>
          </a:p>
        </p:txBody>
      </p:sp>
      <p:sp>
        <p:nvSpPr>
          <p:cNvPr id="4" name="!!Frame01_bg"/>
          <p:cNvSpPr/>
          <p:nvPr/>
        </p:nvSpPr>
        <p:spPr>
          <a:xfrm>
            <a:off x="320040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!!Frame01_txt"/>
          <p:cNvSpPr/>
          <p:nvPr/>
        </p:nvSpPr>
        <p:spPr>
          <a:xfrm>
            <a:off x="429768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1 — 오케스트레이터 코어 테스트 관점에서 핵심 리스크 정의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리스크 정의 · 오케스트레이터 코어 테스트</a:t>
            </a:r>
            <a:endParaRPr lang="en-US" sz="1300" dirty="0"/>
          </a:p>
        </p:txBody>
      </p:sp>
      <p:sp>
        <p:nvSpPr>
          <p:cNvPr id="6" name="!!Frame02_bg"/>
          <p:cNvSpPr/>
          <p:nvPr/>
        </p:nvSpPr>
        <p:spPr>
          <a:xfrm>
            <a:off x="26462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!!Frame02_txt"/>
          <p:cNvSpPr/>
          <p:nvPr/>
        </p:nvSpPr>
        <p:spPr>
          <a:xfrm>
            <a:off x="27560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2 — 오케스트레이터 코어 테스트 관점에서 현장 징후와 신호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징후와 신호 · 오케스트레이터 코어 테스트</a:t>
            </a:r>
            <a:endParaRPr lang="en-US" sz="1300" dirty="0"/>
          </a:p>
        </p:txBody>
      </p:sp>
      <p:sp>
        <p:nvSpPr>
          <p:cNvPr id="8" name="!!Frame03_bg"/>
          <p:cNvSpPr/>
          <p:nvPr/>
        </p:nvSpPr>
        <p:spPr>
          <a:xfrm>
            <a:off x="4972507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!!Frame03_txt"/>
          <p:cNvSpPr/>
          <p:nvPr/>
        </p:nvSpPr>
        <p:spPr>
          <a:xfrm>
            <a:off x="5082235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3 — 오케스트레이터 코어 테스트 관점에서 정책·규정 기준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정책·규정 기준 · 오케스트레이터 코어 테스트</a:t>
            </a:r>
            <a:endParaRPr lang="en-US" sz="1300" dirty="0"/>
          </a:p>
        </p:txBody>
      </p:sp>
      <p:sp>
        <p:nvSpPr>
          <p:cNvPr id="10" name="!!Frame04_bg"/>
          <p:cNvSpPr/>
          <p:nvPr/>
        </p:nvSpPr>
        <p:spPr>
          <a:xfrm>
            <a:off x="7298741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!!Frame04_txt"/>
          <p:cNvSpPr/>
          <p:nvPr/>
        </p:nvSpPr>
        <p:spPr>
          <a:xfrm>
            <a:off x="7408469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4 — 오케스트레이터 코어 테스트 관점에서 데이터 기반 인식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인식 · 오케스트레이터 코어 테스트</a:t>
            </a:r>
            <a:endParaRPr lang="en-US" sz="1300" dirty="0"/>
          </a:p>
        </p:txBody>
      </p:sp>
      <p:sp>
        <p:nvSpPr>
          <p:cNvPr id="12" name="!!Frame05_bg"/>
          <p:cNvSpPr/>
          <p:nvPr/>
        </p:nvSpPr>
        <p:spPr>
          <a:xfrm>
            <a:off x="9624974" y="5833872"/>
            <a:ext cx="2234794" cy="896112"/>
          </a:xfrm>
          <a:prstGeom prst="roundRect">
            <a:avLst>
              <a:gd name="adj" fmla="val 8163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!!Frame05_txt"/>
          <p:cNvSpPr/>
          <p:nvPr/>
        </p:nvSpPr>
        <p:spPr>
          <a:xfrm>
            <a:off x="9734702" y="5943600"/>
            <a:ext cx="201533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5 — 오케스트레이터 코어 테스트 관점에서 관리자 실행 프레임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실행 프레임 · 오케스트레이터 코어 테스트</a:t>
            </a:r>
            <a:endParaRPr lang="en-US" sz="1300" dirty="0"/>
          </a:p>
        </p:txBody>
      </p:sp>
      <p:sp>
        <p:nvSpPr>
          <p:cNvPr id="14" name="!!Frame06_bg"/>
          <p:cNvSpPr/>
          <p:nvPr/>
        </p:nvSpPr>
        <p:spPr>
          <a:xfrm>
            <a:off x="320040" y="932688"/>
            <a:ext cx="11539728" cy="5047488"/>
          </a:xfrm>
          <a:prstGeom prst="roundRect">
            <a:avLst>
              <a:gd name="adj" fmla="val 1449"/>
            </a:avLst>
          </a:prstGeom>
          <a:solidFill>
            <a:srgbClr val="151B26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!!Frame06_txt"/>
          <p:cNvSpPr/>
          <p:nvPr/>
        </p:nvSpPr>
        <p:spPr>
          <a:xfrm>
            <a:off x="429768" y="1042416"/>
            <a:ext cx="1132027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 6 — 오케스트레이터 코어 테스트 관점에서 즉시 실행 체크리스트 포인트를 한 장으로 요약
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실행 체크리스트 · 오케스트레이터 코어 테스트</a:t>
            </a:r>
            <a:endParaRPr lang="en-US" sz="1300" dirty="0"/>
          </a:p>
        </p:txBody>
      </p:sp>
    </p:spTree>
  </p:cSld>
  <p:clrMapOvr>
    <a:masterClrMapping/>
  </p:clrMapOvr>
  <p:transition spd="med">
    <p:morp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오케스트레이터 코어 테스트 — orchestrated Morph deck</dc:title>
  <dc:subject>PptxGenJS Presentation</dc:subject>
  <dc:creator>Ethics-Core AI</dc:creator>
  <cp:lastModifiedBy>Ethics-Core AI</cp:lastModifiedBy>
  <cp:revision>1</cp:revision>
  <dcterms:created xsi:type="dcterms:W3CDTF">2026-04-21T06:04:04Z</dcterms:created>
  <dcterms:modified xsi:type="dcterms:W3CDTF">2026-04-21T06:04:05Z</dcterms:modified>
</cp:coreProperties>
</file>