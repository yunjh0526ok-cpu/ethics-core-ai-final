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84048" y="102412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93776" y="113385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4160520" y="86868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70248" y="97840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6473952" y="102412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6583680" y="113385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84048" y="358444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93776" y="369417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4160520" y="347472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70248" y="358444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6473952" y="358444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6583680" y="369417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청렴 이야기 · 다크 갤러리 템플릿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 — Public integrity role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들어가며 · 공무원의 청렴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of conduct breach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행동강령 위반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local power-abuse report — real story?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지자체 갑질 신고 실화?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index — perception in data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종합청렴도 · 데이터로 본 청렴 인식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Respect and consideration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존중·배려 행동 · 청렴 감수성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Micro-guidelines for managers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청렴을 위한 관리자 마이크로 지침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stories — dark gallery (Morph)</dc:title>
  <dc:subject>PptxGenJS Presentation</dc:subject>
  <dc:creator>Ethics-Core AI</dc:creator>
  <cp:lastModifiedBy>Ethics-Core AI</cp:lastModifiedBy>
  <cp:revision>1</cp:revision>
  <dcterms:created xsi:type="dcterms:W3CDTF">2026-04-21T06:18:39Z</dcterms:created>
  <dcterms:modified xsi:type="dcterms:W3CDTF">2026-04-21T06:18:39Z</dcterms:modified>
</cp:coreProperties>
</file>